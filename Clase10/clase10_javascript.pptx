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62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Manejo de Errores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 Depuración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Vie 8 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1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103120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Tipos de error en JavaScript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SyntaxError, TypeError, ReferenceError, RangeError...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try / catch / finally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Capturar y manejar errores sin romper la aplicación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throw — lanzar errores personalizados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Crear y lanzar tus propios errores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DevTools — herramientas de depuración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Breakpoints, call stack, watch expressions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Estrategias de debugging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Cómo encontrar y resolver bugs de forma sistemática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Tipos de error en JavaScript — aprender a leerlos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Los errores tienen nombre, mensaje y ubicación. Leer el error es el primer paso para resolverlo.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52704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SyntaxError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874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Código mal escrito — JS no puede leerlo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258568"/>
            <a:ext cx="24688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30428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;  // falta valor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() {}  // falta nombre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152704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527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ReferenceError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1874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Variable o función que no existe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258568"/>
            <a:ext cx="24688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64992" y="230428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console.log(precio);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precio no está declarada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4173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0488" y="152704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0488" y="1527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TypeError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0488" y="1874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Operación inválida para ese tipo de dato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0488" y="2258568"/>
            <a:ext cx="24688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45352" y="230428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null.toString()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"hola".push("!")  // strings no tienen push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10896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108960"/>
            <a:ext cx="2697480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9768" y="321868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RangeError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Valor fuera del rango permitido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" y="3950208"/>
            <a:ext cx="24688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" y="399592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Array(-1)  // tamaño negativo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número.toFixed(200)  // decimales &gt; 100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0" y="310896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3108960"/>
            <a:ext cx="269748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10128" y="321868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10128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URIError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10128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Error en funciones de URL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10128" y="3950208"/>
            <a:ext cx="24688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64992" y="399592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decodeURIComponent("%")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% sin completar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310896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0760" y="310896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90488" y="321868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90488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EvalError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90488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Error en eval() (función de JS antigua)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Muy raro en código moderno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90488" y="3950208"/>
            <a:ext cx="24688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45352" y="399592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eval() ejecuta strings como código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— evitar siempre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try / catch / finally — manejar errores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En lugar de que el programa se rompa, podemos CAPTURAR el error y decidir qué hacer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4813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Código 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puede fallar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075688"/>
            <a:ext cx="0" cy="256032"/>
          </a:xfrm>
          <a:prstGeom prst="line">
            <a:avLst/>
          </a:prstGeom>
          <a:noFill/>
          <a:ln w="1905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(error) { 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3957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Se ejecuta 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hay un 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990088"/>
            <a:ext cx="0" cy="256032"/>
          </a:xfrm>
          <a:prstGeom prst="line">
            <a:avLst/>
          </a:prstGeom>
          <a:noFill/>
          <a:ln w="19050">
            <a:solidFill>
              <a:srgbClr val="A0A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3101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{ 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310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Se ejecuta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SIEMPRE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389888"/>
            <a:ext cx="4389120" cy="34015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49961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18888" y="149961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0056" y="149961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627632"/>
            <a:ext cx="42062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dividir(a, b)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 === 0)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Error("No se divide por 0");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result = a / b;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console.error("Error:", error.message);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console.log("Operación completada");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console.log(dividir(10, 2));  // →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"Operación completada"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console.log(dividir(10, 0));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No se divide por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"Operación completada"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null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throw — lanzar errores personalizados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Con throw podés crear tus propios errores con mensajes descriptivos. Es tu forma de decir 'esto no debería pasar'.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19"/>
            <a:ext cx="5029200" cy="3627019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throw detiene la ejecución inmediatamente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validarEdad(edad)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(typeof edad !== "number")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TypeError("La edad debe ser un número");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(edad &lt; 0 || edad &gt; 150)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RangeError("Edad fuera de rango: " + edad);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true;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Usando la función con try/catch: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validarEdad("veinte");   // TypeError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console.error(e.name + ": " + e.message);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TypeError: La edad debe ser un número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validarEdad(-5);         // RangeError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console.error(e.message);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Edad fuera de rango: -5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throw puede lanzar cualquier valor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"algo salió mal";      // string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404;                   // number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Error("mensaje");  // objeto Error (mejor práctica)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32918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87568" y="15087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Propiedades del objeto Error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96596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87568" y="1965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87568" y="2286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Tipo de error: 'TypeError', 'Error'...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87568" y="27706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87568" y="27706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87568" y="30906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Descripción que escribiste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87568" y="3575304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3575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87568" y="389534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Rastro de la pila de llamadas — muy útil para debug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DevTools — tu mejor herramienta para debuggear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F12 abre las herramientas de desarrollo. Aprende a usarlas y serás 10x más productivo.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97480" cy="340156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48132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187452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90195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console.log(valor) — imprimir para verificar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46888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5146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49631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console.error(msg) — mensaje de error en rojo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" y="306324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089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09067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console.table(array) — tabla visual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365760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703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68503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console.warn(msg) — advertencia en amarillo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" y="425196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42976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27939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Ejecutar JS directamente en la consola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1389888"/>
            <a:ext cx="2697480" cy="340156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1389888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10128" y="148132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10128" y="14813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10128" y="187452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55848" y="19202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80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190195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Ver tu código fuente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0128" y="246888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55848" y="25146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80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249631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Poner breakpoints (puntos de parada) con click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0128" y="306324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55848" y="31089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80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0" y="309067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Step over / step into — ejecutar línea por línea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10128" y="365760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55848" y="3703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80"/>
                </a:solidFill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368503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Ver el valor de variables en el momento exacto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10128" y="425196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55848" y="42976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80"/>
                </a:solidFill>
              </a:rPr>
              <a:t>→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0" y="427939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Call stack — ver qué función llamó a qué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1389888"/>
            <a:ext cx="2697480" cy="340156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80760" y="1389888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90488" y="148132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90488" y="14813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0488" y="187452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36208" y="19202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42C1"/>
                </a:solidFill>
              </a:rPr>
              <a:t>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37960" y="190195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Ver las peticiones a servidores (fetch/AJAX)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0488" y="246888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36208" y="25146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42C1"/>
                </a:solidFill>
              </a:rPr>
              <a:t>→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37960" y="249631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Ver el JSON que llega de una API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90488" y="306324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36208" y="31089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42C1"/>
                </a:solidFill>
              </a:rPr>
              <a:t>→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37960" y="309067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Ver si una petición falló y el código de error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90488" y="3657600"/>
            <a:ext cx="2468880" cy="53035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6208" y="3703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42C1"/>
                </a:solidFill>
              </a:rPr>
              <a:t>→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37960" y="368503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Simular conexión lenta para probar rendimiento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Estrategias de debugging — cómo encontrar bugs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Un bug encontrado es un bug resuelto. La clave es hacerlo de forma sistemática.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527048"/>
            <a:ext cx="384048" cy="384048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581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Lee el error completo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0116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El mensaje de error dice exactamente qué pasó y en qué línea. No ignores el stack trace.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0128" y="1527048"/>
            <a:ext cx="384048" cy="38404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67328" y="1581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7E14"/>
                </a:solidFill>
              </a:rPr>
              <a:t>Reproduce el error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0116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Asegúrate de poder reproducirlo cada vez. Un bug que no se puede reproducir no se puede arreglar.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90488" y="1527048"/>
            <a:ext cx="384048" cy="384048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47688" y="1581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80"/>
                </a:solidFill>
              </a:rPr>
              <a:t>Aisla el problema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0488" y="20116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Comenta código, reduce a un caso mínimo. "Divide y vencerás" — reduce hasta encontrar exactamente qué línea falla.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10896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108960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9768" y="3218688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768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6968" y="32735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8754"/>
                </a:solidFill>
              </a:rPr>
              <a:t>console.log estratégico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" y="370332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Agrega console.log antes y después del punto sospechoso para ver qué valores tienen las variables.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0" y="310896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10128" y="3218688"/>
            <a:ext cx="384048" cy="3840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10128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67328" y="32735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</a:rPr>
              <a:t>Busca el error en Google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10128" y="370332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Copia el mensaje de error exacto en Google. Casi siempre encontrarás la solución en Stack Overflow.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310896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80760" y="3108960"/>
            <a:ext cx="269748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90488" y="3218688"/>
            <a:ext cx="384048" cy="384048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0488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47688" y="32735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757D"/>
                </a:solidFill>
              </a:rPr>
              <a:t>Verifica tus suposiciones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90488" y="370332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Pregúntate: "¿Qué asumo que tiene esta variable?" Luego verifica con console.log. A veces el bug está en tus suposiciones.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— encuentra y corrige los bugs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Este código tiene 4 bugs. Léelo, encuéntralos y corrígelos usando las estrategias vistas.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3101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calcularDescuento(precio, descuento)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Bug 1: falta validar que precio &gt;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factor = descuento / 10O;  // Bug 2: es 0, no 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precioFinal = precio - (precio + factor);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Bug 3: debería ser precio * factor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(precioFinal = 0) {  // Bug 4: = asigna, no compara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"El producto es gratis";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precioFinal;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console.log(calcularDescuento(100, 20));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Debería imprimir: 80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Pistas para cada bug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87452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42432" y="2020824"/>
            <a:ext cx="320040" cy="32004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42432" y="2020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44768" y="196596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¿Qué pasa si precio es negativo o 0?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65176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2798064"/>
            <a:ext cx="320040" cy="320040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42432" y="2798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743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Mirá con cuidado — ¿esa es la letra O o el número 0?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342900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42432" y="3575304"/>
            <a:ext cx="320040" cy="320040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42432" y="3575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35204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precio - (precio + factor)... ¿tiene sentido matemáticamente?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420624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42432" y="4352544"/>
            <a:ext cx="320040" cy="3200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42432" y="4352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4768" y="4297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En una condición if necesitás comparar (===), no asignar (=)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try/catch/throw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catch sin usar el 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Si capturás el error pero no lo usás ni lo mostrás, el bug queda oculto y es difícil de encontrar.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hazAlgo();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silencio... el bug se pierde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Error silenciado — imposible de debuggear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68880" cy="12344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hazAlgo();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console.error(e);     // loguea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 maneja apropiadamente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4714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try muy grande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Poner demasiado código dentro del try hace difícil saber exactamente qué falló.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paso1();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paso2();// ¿cuál falló?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catch(e)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No sabés qué paso específicamente falló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10058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Envolvé solo lo que puede fallar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JSON.parse(input);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catch(e)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console.error("JSON inválido:", 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1840" y="4398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throw sin new Error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Podés lanzar cualquier valor, pero throw new Error() da más información — nombre, mensaje y stack trace.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"algo salió mal";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— sin stack trace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nombre de 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difícil de debuggear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Solo string — no sabe de dónde vino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6"/>
            <a:ext cx="2468880" cy="1124712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Error("algo salió mal");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tiene name, message y 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mucho más útil para debug 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4381611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Los errores tienen tipo, mensaje y ubicación — leerlos completo es clave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try: código que puede fallar. catch: qué hacer si falla. finally: siempre se ejecuta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throw: lanzar tus propios errores personalizados con new Error()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DevTools: Console (log/error), Sources (breakpoints), Network (peticiones)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Debugging sistemático: lee el error, reproduce, aísla, console.log, busca en Google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777240"/>
            <a:ext cx="3063240" cy="2710802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una función validarEmail(email) que lance errores si el email es inválido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una función que lea un JSON y maneje el error si el JSON es inválido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Abrí DevTools y pon un breakpoint en una función — ejecuta paso a paso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a clase-10 en GitHub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1609</Words>
  <Application>Microsoft Office PowerPoint</Application>
  <PresentationFormat>On-screen Show (16:9)</PresentationFormat>
  <Paragraphs>277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10 - Manejo de Errores y Depuración</dc:title>
  <dc:subject>PptxGenJS Presentation</dc:subject>
  <dc:creator>PptxGenJS</dc:creator>
  <cp:lastModifiedBy>Javier Alejandro Gutierrez Macias</cp:lastModifiedBy>
  <cp:revision>2</cp:revision>
  <dcterms:created xsi:type="dcterms:W3CDTF">2026-03-28T23:28:33Z</dcterms:created>
  <dcterms:modified xsi:type="dcterms:W3CDTF">2026-03-29T21:01:54Z</dcterms:modified>
</cp:coreProperties>
</file>