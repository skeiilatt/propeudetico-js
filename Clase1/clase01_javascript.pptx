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6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Fundamentos de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JavaScript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Profesor: Javier Gutiérrez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Módulo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35204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Mié 8 abr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5204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3520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19h30 – 21h30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  <p:pic>
        <p:nvPicPr>
          <p:cNvPr id="16" name="Picture 2" descr="Inicio - Coding Bootcamps ESPOL">
            <a:extLst>
              <a:ext uri="{FF2B5EF4-FFF2-40B4-BE49-F238E27FC236}">
                <a16:creationId xmlns:a16="http://schemas.microsoft.com/office/drawing/2014/main" id="{446BCF2D-1D00-F3E9-5343-042073E7F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553" y="2103120"/>
            <a:ext cx="1368573" cy="63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del día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Entorno de trabajo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VS Code, Node.js, consola del navegador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¿Qué es JavaScript?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Historia, para qué sirve, dónde corre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Sintaxis básica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Case sensitive, comentarios, punto y coma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Variables y tipos de datos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var, let, const · String, Number, Boolean…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Práctica en vivo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Ejercicios desde la consola del navegador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Inicio - Coding Bootcamps ESPOL">
            <a:extLst>
              <a:ext uri="{FF2B5EF4-FFF2-40B4-BE49-F238E27FC236}">
                <a16:creationId xmlns:a16="http://schemas.microsoft.com/office/drawing/2014/main" id="{78567EBC-7317-C98E-850A-48C3434BD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148180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Entorno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6D"/>
                </a:solidFill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Editor de código.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Donde escribimos JavaScript.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6576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Descargar gratis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6D"/>
                </a:solidFill>
              </a:rPr>
              <a:t>Navegador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Chrome o Firefox.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Tiene consola integrada.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36576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Ya lo tienes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417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B6D"/>
                </a:solidFill>
              </a:rPr>
              <a:t>Node.js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Para correr JS fuera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6A"/>
                </a:solidFill>
              </a:rPr>
              <a:t>del navegador (opcional).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6576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657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Opcional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" descr="Inicio - Coding Bootcamps ESPOL">
            <a:extLst>
              <a:ext uri="{FF2B5EF4-FFF2-40B4-BE49-F238E27FC236}">
                <a16:creationId xmlns:a16="http://schemas.microsoft.com/office/drawing/2014/main" id="{CF5AAFAE-6B95-B8B6-F6B4-1053868E4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148180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¿Qué es JavaScript?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754880" cy="713232"/>
          </a:xfrm>
          <a:prstGeom prst="rect">
            <a:avLst/>
          </a:prstGeom>
          <a:solidFill>
            <a:srgbClr val="1E3580">
              <a:alpha val="80000"/>
            </a:srgbClr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Lenguaje de programación que entienden los navegadores web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4754880" cy="713232"/>
          </a:xfrm>
          <a:prstGeom prst="rect">
            <a:avLst/>
          </a:prstGeom>
          <a:solidFill>
            <a:srgbClr val="1E3580">
              <a:alpha val="80000"/>
            </a:srgbClr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El único lenguaje nativo del navegador (junto con HTML y CSS)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754880" cy="713232"/>
          </a:xfrm>
          <a:prstGeom prst="rect">
            <a:avLst/>
          </a:prstGeom>
          <a:solidFill>
            <a:srgbClr val="1E3580">
              <a:alpha val="80000"/>
            </a:srgbClr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Hace que las páginas web sean interactivas y dinámicas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4754880" cy="713232"/>
          </a:xfrm>
          <a:prstGeom prst="rect">
            <a:avLst/>
          </a:prstGeom>
          <a:solidFill>
            <a:srgbClr val="1E3580">
              <a:alpha val="80000"/>
            </a:srgbClr>
          </a:solidFill>
          <a:ln w="12700">
            <a:solidFill>
              <a:srgbClr val="2A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También corre fuera del navegador con Node.js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1005840"/>
            <a:ext cx="338328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23560" y="111556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24728" y="111556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25896" y="111556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35624" y="1060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index.html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23560" y="16550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23560" y="1938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&lt;h1&gt;Hola mundo&lt;/h1&gt;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23560" y="2221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23560" y="25054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Aquí va JavaScript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23560" y="2788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23560" y="3072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"¡Funciona!"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23560" y="3355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3639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&lt;/script&gt;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23560" y="39227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2356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33" name="Picture 2" descr="Inicio - Coding Bootcamps ESPOL">
            <a:extLst>
              <a:ext uri="{FF2B5EF4-FFF2-40B4-BE49-F238E27FC236}">
                <a16:creationId xmlns:a16="http://schemas.microsoft.com/office/drawing/2014/main" id="{4829DBF7-D64C-6519-7AFA-FEA7A0B8E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622" y="198500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¿Cómo agrego JavaScript a una página?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A — Script dentro del 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3657600" cy="1965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"Hi there!"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79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1729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C"/>
                </a:solidFill>
              </a:rPr>
              <a:t>✅ Bueno para aprender y probar cosas rápido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39319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170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B — Archivo .js separado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627632"/>
            <a:ext cx="3657600" cy="1965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1691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19385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1854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4323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src="app.js"&gt;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26791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92608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1729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6B3C"/>
                </a:solidFill>
              </a:rPr>
              <a:t>✅ Mejor práctica — proyectos reales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30" name="Picture 2" descr="Inicio - Coding Bootcamps ESPOL">
            <a:extLst>
              <a:ext uri="{FF2B5EF4-FFF2-40B4-BE49-F238E27FC236}">
                <a16:creationId xmlns:a16="http://schemas.microsoft.com/office/drawing/2014/main" id="{5ABAD69C-A6FE-849E-7339-16EECB4BB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256602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Sintaxis básica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252728"/>
            <a:ext cx="411480" cy="347472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252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Case Sensitive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Mayúsculas y minúsculas importan.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nombre ≠ Nombre ≠ NOMBRE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384048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"Pedro"; // ¡diferente!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252728"/>
            <a:ext cx="411480" cy="347472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25272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1252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Espacios y saltos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276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JS ignora espacios extra y saltos de línea. Úsalos para que el código sea legible.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075688"/>
            <a:ext cx="384048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212140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 = a + b;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" y="3172968"/>
            <a:ext cx="411480" cy="347472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1729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172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Punto y coma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547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Separa instrucciones.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Opcional, pero buena práctica.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995928"/>
            <a:ext cx="384048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404164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 = 10;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 + y);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92040" y="3172968"/>
            <a:ext cx="411480" cy="347472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1729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//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3172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Comentarios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47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El navegador ignora los comentarios.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Úsalos para explicar tu código.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995928"/>
            <a:ext cx="384048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404164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Esto es un comentario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20; // inline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Bloque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multi-línea */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Picture 2" descr="Inicio - Coding Bootcamps ESPOL">
            <a:extLst>
              <a:ext uri="{FF2B5EF4-FFF2-40B4-BE49-F238E27FC236}">
                <a16:creationId xmlns:a16="http://schemas.microsoft.com/office/drawing/2014/main" id="{A4500759-F855-C31F-BCE0-0DFFB781D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176974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Variables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Una variable es una caja donde guardamos información.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42900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88720" cy="4114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Variable que puede cambiar su valor.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24231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57860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21; // ✅ OK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5935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ECB"/>
                </a:solidFill>
              </a:rPr>
              <a:t>¿Cuándo?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Usar por defecto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97480" cy="342900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1188720" cy="41148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Constante — no puede cambiar su valor.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514600"/>
            <a:ext cx="24231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47288" y="257860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3; // ❌ Error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5661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35935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ECB"/>
                </a:solidFill>
              </a:rPr>
              <a:t>¿Cuándo?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 fijos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697480" cy="342900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1371600"/>
            <a:ext cx="1188720" cy="41148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63640" y="18745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Forma antigua. Tiene comportamientos inesperados.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2423160" cy="914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27648" y="257860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nombre = "Ana";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Evitar en código nuevo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3566160"/>
            <a:ext cx="2423160" cy="685800"/>
          </a:xfrm>
          <a:prstGeom prst="roundRect">
            <a:avLst>
              <a:gd name="adj" fmla="val 8000"/>
            </a:avLst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359359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0AECB"/>
                </a:solidFill>
              </a:rPr>
              <a:t>¿Cuándo?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8221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Evitar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2" descr="Inicio - Coding Bootcamps ESPOL">
            <a:extLst>
              <a:ext uri="{FF2B5EF4-FFF2-40B4-BE49-F238E27FC236}">
                <a16:creationId xmlns:a16="http://schemas.microsoft.com/office/drawing/2014/main" id="{EBD82516-6026-7C61-6804-106561B9B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272986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Tipos de datos primitivos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28930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289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Texto — siempre entre comillas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05740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11226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"Hola"  'Mundo'  `JS`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1143000"/>
            <a:ext cx="265176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28930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289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Number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6276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Números enteros y decimales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05740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46704" y="211226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 3.14  -7  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114300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98464" y="1143000"/>
            <a:ext cx="265176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08192" y="128930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08192" y="1289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Boolean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08192" y="162763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Solo dos valores: verdadero o falso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08192" y="205740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63056" y="211226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  false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265176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" y="31638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3163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Null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" y="3502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Ausencia intencional de valor ("nada")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" y="393192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398678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82112" y="301752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82112" y="3017520"/>
            <a:ext cx="265176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31638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91840" y="3163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Undefined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502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Variable declarada sin valor asignado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93192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46704" y="398678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98464" y="3017520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998464" y="3017520"/>
            <a:ext cx="2651760" cy="640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08192" y="31638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08192" y="31638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Symbol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08192" y="35021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Identificador único (avanzado)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08192" y="3931920"/>
            <a:ext cx="242316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63056" y="398678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Symbol('id')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48" name="Picture 2" descr="Inicio - Coding Bootcamps ESPOL">
            <a:extLst>
              <a:ext uri="{FF2B5EF4-FFF2-40B4-BE49-F238E27FC236}">
                <a16:creationId xmlns:a16="http://schemas.microsoft.com/office/drawing/2014/main" id="{BF2FB9AA-1C1B-0DA1-2B98-E341B05D0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166" y="154114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Tipos compuestos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B"/>
                </a:solidFill>
              </a:rPr>
              <a:t>Pueden contener múltiples valores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342900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Colección de propiedades clave-valor.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Como una ficha con datos de una persona.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3858768" cy="1965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2487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persona = {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734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"Ana",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22,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3227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ciudad: "Guayaquil"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3474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" y="39684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persona.nombre // → 'Ana'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160520" cy="3429000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37160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1371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8013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Lista ordenada de valores.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0D8F0"/>
                </a:solidFill>
              </a:rPr>
              <a:t>Como una lista de compras numerada.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423160"/>
            <a:ext cx="3858768" cy="1965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73752" y="2487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frutas = [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73752" y="27340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"manzana",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3752" y="2980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"banana",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73752" y="32278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"naranja"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73752" y="34747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39684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frutas[0] // → 'manzana'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  <p:pic>
        <p:nvPicPr>
          <p:cNvPr id="30" name="Picture 2" descr="Inicio - Coding Bootcamps ESPOL">
            <a:extLst>
              <a:ext uri="{FF2B5EF4-FFF2-40B4-BE49-F238E27FC236}">
                <a16:creationId xmlns:a16="http://schemas.microsoft.com/office/drawing/2014/main" id="{0FCE9A16-80A0-647F-AF0B-1CEAA4F57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148180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Ejercicio en vivo  —  ¡Manos a la consola!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</a:rPr>
              <a:t>Abre la consola del navegador (F12 → Console) y escribe: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029200" cy="3154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161848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61848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61848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Mi primera variable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031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miNombre = "TuNombre";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377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console.log(miNombre);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926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Números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2004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20;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474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anioActual = 2026;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7490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console.log(anioActual - edad);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" y="40233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" y="4012399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E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¿Qué tipo es?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" y="42062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"Hola"   // → 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22302" y="4215384"/>
            <a:ext cx="20647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42       // → 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86733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true     // →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508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6D"/>
                </a:solidFill>
              </a:rPr>
              <a:t>¿Qué hacer?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0" y="2011680"/>
            <a:ext cx="365760" cy="3657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20391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6A"/>
                </a:solidFill>
              </a:rPr>
              <a:t>Escribe cada línea y presiona Enter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0" y="2788920"/>
            <a:ext cx="365760" cy="3657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8163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6A"/>
                </a:solidFill>
              </a:rPr>
              <a:t>Observa el resultado en la consola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0" y="3566160"/>
            <a:ext cx="365760" cy="3657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35935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6A"/>
                </a:solidFill>
              </a:rPr>
              <a:t>¿Qué devuelve typeof para cada tipo?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0" y="4343400"/>
            <a:ext cx="365760" cy="36576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43708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4A6A"/>
                </a:solidFill>
              </a:rPr>
              <a:t>Cambia los valores y prueba de nuevo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0" y="4745166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2" descr="Inicio - Coding Bootcamps ESPOL">
            <a:extLst>
              <a:ext uri="{FF2B5EF4-FFF2-40B4-BE49-F238E27FC236}">
                <a16:creationId xmlns:a16="http://schemas.microsoft.com/office/drawing/2014/main" id="{12840144-33EB-63FE-CFD4-7DCEAD5FB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215454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aprende a leerlos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07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ReferenceError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Usaste una variable que no existe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❌ Mal: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212848"/>
            <a:ext cx="2468880" cy="59436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console.log(precio);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2852928"/>
            <a:ext cx="2468880" cy="411480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ReferenceError: precio is not defined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319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✅ Bien: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529584"/>
            <a:ext cx="2468880" cy="6858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566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precio = 10;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console.log(precio);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114300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55848" y="1207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Mayúsculas incorrectas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5848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JS distingue mayúsculas y minúsculas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❌ Mal: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2212848"/>
            <a:ext cx="2468880" cy="59436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0712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2852928"/>
            <a:ext cx="2468880" cy="411480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8712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SyntaxError: Unexpected identifier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55848" y="3319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✅ Bien: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55848" y="3529584"/>
            <a:ext cx="2468880" cy="6858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10712" y="3566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 = "Ana";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14300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1207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Reasignar una constante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const no se puede cambiar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2011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3545"/>
                </a:solidFill>
              </a:rPr>
              <a:t>❌ Mal: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212848"/>
            <a:ext cx="2468880" cy="59436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2258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3;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36208" y="2852928"/>
            <a:ext cx="2468880" cy="411480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28712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TypeError: Assignment to constant variable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36208" y="3319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8754"/>
                </a:solidFill>
              </a:rPr>
              <a:t>✅ Bien: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3529584"/>
            <a:ext cx="2468880" cy="685800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91072" y="35661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1; //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Picture 2" descr="Inicio - Coding Bootcamps ESPOL">
            <a:extLst>
              <a:ext uri="{FF2B5EF4-FFF2-40B4-BE49-F238E27FC236}">
                <a16:creationId xmlns:a16="http://schemas.microsoft.com/office/drawing/2014/main" id="{91BA6BD3-D736-5429-5603-F41AEBEE1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182" y="167830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Configuramos el entorno de trabajo (VS Code + navegador)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5389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53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5389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Entendemos qué es JavaScript y para qué sirve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47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4767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Conocemos la sintaxis básica: case sensitive, comentarios, punto y coma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44144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Sabemos declarar variables con let y const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93522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35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93522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Conocemos los tipos de datos: String, Number, Boolean, Null, Undefined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Usamos typeof para identificar el tipo de una variable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822960"/>
            <a:ext cx="3063240" cy="374904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82296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8961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132588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325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</a:rPr>
              <a:t>Crea un archivo index.html con JS embebido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89320" y="18928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8928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</a:rPr>
              <a:t>Declara 5 variables con tipos diferentes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89320" y="245973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4597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</a:rPr>
              <a:t>Usa console.log() para mostrar cada una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89320" y="302666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3026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</a:rPr>
              <a:t>Provoca al menos 2 errores a propósito y léelos en la consola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89320" y="359359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5.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1072" y="35935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</a:rPr>
              <a:t>Sube todo a tu carpeta clase-01 en GitHub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2" descr="Inicio - Coding Bootcamps ESPOL">
            <a:extLst>
              <a:ext uri="{FF2B5EF4-FFF2-40B4-BE49-F238E27FC236}">
                <a16:creationId xmlns:a16="http://schemas.microsoft.com/office/drawing/2014/main" id="{90C9A075-29E6-2E0E-7429-E70EE92DD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512" y="134492"/>
            <a:ext cx="1401058" cy="60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1068</Words>
  <Application>Microsoft Office PowerPoint</Application>
  <PresentationFormat>On-screen Show (16:9)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1 - Fundamentos de JavaScript</dc:title>
  <dc:subject>PptxGenJS Presentation</dc:subject>
  <dc:creator>PptxGenJS</dc:creator>
  <cp:lastModifiedBy>Javier Alejandro Gutierrez Macias</cp:lastModifiedBy>
  <cp:revision>4</cp:revision>
  <dcterms:created xsi:type="dcterms:W3CDTF">2026-03-28T16:33:09Z</dcterms:created>
  <dcterms:modified xsi:type="dcterms:W3CDTF">2026-03-29T01:23:10Z</dcterms:modified>
</cp:coreProperties>
</file>