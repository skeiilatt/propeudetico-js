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10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Condicionales 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Bucles for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Vie 17 abr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2" descr="Inicio - Coding Bootcamps ESPOL">
            <a:extLst>
              <a:ext uri="{FF2B5EF4-FFF2-40B4-BE49-F238E27FC236}">
                <a16:creationId xmlns:a16="http://schemas.microsoft.com/office/drawing/2014/main" id="{A1B8AB90-3BD9-7122-1602-D5354FA8E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53" y="2103120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if / else if / else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Tomar decisiones en el código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switch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Múltiples casos de una forma más limpia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Bucle for clásico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Repetir código un número determinado de veces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for...in y for...of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Recorrer objetos y arrays fácilmente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Ejercicios prácticos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Mini calculadora y recorrido de listas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" descr="Inicio - Coding Bootcamps ESPOL">
            <a:extLst>
              <a:ext uri="{FF2B5EF4-FFF2-40B4-BE49-F238E27FC236}">
                <a16:creationId xmlns:a16="http://schemas.microsoft.com/office/drawing/2014/main" id="{01804CF8-D546-62BC-9B3E-4D734E050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35" y="174221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if / else if / else — tomar decisiones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El código puede tomar caminos diferentes según una condición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¿condición?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1920240"/>
            <a:ext cx="0" cy="228600"/>
          </a:xfrm>
          <a:prstGeom prst="line">
            <a:avLst/>
          </a:prstGeom>
          <a:noFill/>
          <a:ln w="1905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bloque if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2651760"/>
            <a:ext cx="0" cy="228600"/>
          </a:xfrm>
          <a:prstGeom prst="line">
            <a:avLst/>
          </a:prstGeom>
          <a:noFill/>
          <a:ln w="1905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¿otra condición?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3383280"/>
            <a:ext cx="0" cy="228600"/>
          </a:xfrm>
          <a:prstGeom prst="line">
            <a:avLst/>
          </a:prstGeom>
          <a:noFill/>
          <a:ln w="1905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611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bloque else if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17320" y="4114800"/>
            <a:ext cx="0" cy="228600"/>
          </a:xfrm>
          <a:prstGeom prst="line">
            <a:avLst/>
          </a:prstGeom>
          <a:noFill/>
          <a:ln w="1905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42519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251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bloque else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0" y="1389888"/>
            <a:ext cx="6035040" cy="28620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80360" y="149961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081528" y="149961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82696" y="149961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34640" y="1664208"/>
            <a:ext cx="580644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nota = 75;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(nota &gt;= 90)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console.log("Excelente 🏆");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(nota &gt;= 70)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console.log("Aprobado ✅");    // ← entra aquí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(nota &gt;= 50)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console.log("Recuperación ⚠️");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console.log("Reprobado ❌");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Solo UNO de los bloques se ejecuta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28" name="Picture 2" descr="Inicio - Coding Bootcamps ESPOL">
            <a:extLst>
              <a:ext uri="{FF2B5EF4-FFF2-40B4-BE49-F238E27FC236}">
                <a16:creationId xmlns:a16="http://schemas.microsoft.com/office/drawing/2014/main" id="{2CD95D57-AD69-1CEB-7AFC-37F3F17B4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947" y="330153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— semáforo con if/else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63420" y="1039025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Probá en la consola — cambiá el valor de 'color' y observá qué pasa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94460"/>
            <a:ext cx="5029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color = "rojo"; // cambiá: "amarillo", "verde"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(color === "rojo")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console.log("🔴 STOP — No puedes pasar");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(color === "amarillo")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console.log("🟡 PRECAUCIÓN — Prepárate");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(color === "verde")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console.log("🟢 ADELANTE — Puedes pasar");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console.log("❓ Color desconocido");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2120" y="1050621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Probá cada caso: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453896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4904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= "rojo"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🔴 STOP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2368296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24048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= "amarillo"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🟡 PRECAUCIÓN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3282696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3319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= "verde"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3611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🟢 ADELANTE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723" y="189420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switch — múltiples casos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Ideal cuando comparás UNA variable contra MUCHOS valores posibles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572000" cy="33101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3891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dia = "lunes";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(dia)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"lunes":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console.log("Inicio de semana");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 // ← MUY IMPORTANTE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"viernes":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console.log("¡Por fin viernes!");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"sabado":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"domingo":   // dos casos juntos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console.log("Fin de semana 🎉");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         // como el else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console.log("Día normal");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417320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20640" y="1417320"/>
            <a:ext cx="374904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30368" y="15087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case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30368" y="187452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Cada caso es un valor posible.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Si coincide, ejecuta ese bloque.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532888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2532888"/>
            <a:ext cx="374904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0368" y="26243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⛔ break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0368" y="29900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MUY IMPORTANTE. Sin break el código sigue ejecutando los casos siguientes (fall-through).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648456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0" y="3648456"/>
            <a:ext cx="374904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30368" y="37398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📋 default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0368" y="410565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Se ejecuta si ningún caso coincide. Es como el 'else' del switch.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24" name="Picture 2" descr="Inicio - Coding Bootcamps ESPOL">
            <a:extLst>
              <a:ext uri="{FF2B5EF4-FFF2-40B4-BE49-F238E27FC236}">
                <a16:creationId xmlns:a16="http://schemas.microsoft.com/office/drawing/2014/main" id="{B7E56F0C-6530-E5FA-8F11-212BE2D33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107" y="133073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Bucle for clásico — repetir código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Cuando sabés exactamente cuántas veces quieres repetir algo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4300" y="1561928"/>
            <a:ext cx="1219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8465" y="1353312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81128" y="1528501"/>
            <a:ext cx="210826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47971" y="1490472"/>
            <a:ext cx="182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03964" y="1508760"/>
            <a:ext cx="131673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 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83480" y="1481328"/>
            <a:ext cx="182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12586" y="1505489"/>
            <a:ext cx="107790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i++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01867" y="1473758"/>
            <a:ext cx="12344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{ }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928503" y="2201161"/>
            <a:ext cx="0" cy="274320"/>
          </a:xfrm>
          <a:prstGeom prst="line">
            <a:avLst/>
          </a:prstGeom>
          <a:noFill/>
          <a:ln w="1270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13971" y="24917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FF78"/>
                </a:solidFill>
              </a:rPr>
              <a:t>Inicio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FF78"/>
                </a:solidFill>
              </a:rPr>
              <a:t>(ejecuta 1 vez)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44163" y="2212848"/>
            <a:ext cx="0" cy="274320"/>
          </a:xfrm>
          <a:prstGeom prst="line">
            <a:avLst/>
          </a:prstGeom>
          <a:noFill/>
          <a:ln w="1270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25208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66D"/>
                </a:solidFill>
              </a:rPr>
              <a:t>Condición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E66D"/>
                </a:solidFill>
              </a:rPr>
              <a:t>(se verifica en cada vuelta)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28526" y="2240280"/>
            <a:ext cx="0" cy="274320"/>
          </a:xfrm>
          <a:prstGeom prst="line">
            <a:avLst/>
          </a:prstGeom>
          <a:noFill/>
          <a:ln w="1270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20017" y="24003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090"/>
                </a:solidFill>
              </a:rPr>
              <a:t>Incremento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9090"/>
                </a:solidFill>
              </a:rPr>
              <a:t>(al final de cada vuelta)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45586"/>
            <a:ext cx="3612788" cy="992124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582" y="3623310"/>
            <a:ext cx="3346764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5;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console.log("Vuelta número " + i);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Imprime: 0, 1, 2, 3, 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36306" y="28500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¿Qué pasa en cada vuelta?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129187"/>
            <a:ext cx="1280160" cy="29260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129187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Vuelta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0488" y="3129187"/>
            <a:ext cx="1280160" cy="29260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13478" y="3129187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Condición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34656" y="3129187"/>
            <a:ext cx="1280160" cy="29260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34656" y="3129187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Imprime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69310" y="3444017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69310" y="3444017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13478" y="3444017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13478" y="3444017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&lt; 5 → true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57646" y="3444017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57646" y="3444017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69310" y="3645185"/>
            <a:ext cx="1280160" cy="182880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69310" y="3645185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13478" y="3645185"/>
            <a:ext cx="1280160" cy="182880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13478" y="3645185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 5 → true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57646" y="3645185"/>
            <a:ext cx="1280160" cy="182880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57646" y="3645185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69310" y="3846353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69310" y="3846353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13478" y="3846353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13478" y="3846353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&lt; 5 → true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57646" y="3846353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57646" y="3846353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69310" y="4047521"/>
            <a:ext cx="1280160" cy="182880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69310" y="4047521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13478" y="4047521"/>
            <a:ext cx="1280160" cy="182880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13478" y="4047521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&lt; 5 → true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57646" y="4047521"/>
            <a:ext cx="1280160" cy="182880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657646" y="4047521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69310" y="4248689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69310" y="424868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13478" y="4248689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13478" y="424868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&lt; 5 → true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57646" y="4248689"/>
            <a:ext cx="12801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657646" y="424868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69310" y="4449857"/>
            <a:ext cx="1280160" cy="182880"/>
          </a:xfrm>
          <a:prstGeom prst="rect">
            <a:avLst/>
          </a:prstGeom>
          <a:solidFill>
            <a:srgbClr val="2A0A0A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969310" y="4449857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13478" y="4449857"/>
            <a:ext cx="1280160" cy="182880"/>
          </a:xfrm>
          <a:prstGeom prst="rect">
            <a:avLst/>
          </a:prstGeom>
          <a:solidFill>
            <a:srgbClr val="2A0A0A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13478" y="4449857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&lt; 5 → false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657646" y="4449857"/>
            <a:ext cx="1280160" cy="182880"/>
          </a:xfrm>
          <a:prstGeom prst="rect">
            <a:avLst/>
          </a:prstGeom>
          <a:solidFill>
            <a:srgbClr val="2A0A0A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657646" y="4449857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Picture 2" descr="Inicio - Coding Bootcamps ESPOL">
            <a:extLst>
              <a:ext uri="{FF2B5EF4-FFF2-40B4-BE49-F238E27FC236}">
                <a16:creationId xmlns:a16="http://schemas.microsoft.com/office/drawing/2014/main" id="{A019E72C-2EC9-350D-55D5-C3F71D683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947" y="178792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for...of y for...in — recorrer colecciones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Formas más limpias y modernas de recorrer arrays y objetos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80"/>
                </a:solidFill>
              </a:rPr>
              <a:t>for...of — para Arrays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8745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Recorre los VALORES del array uno a uno.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No necesitás saber el índice.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331720"/>
            <a:ext cx="379476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frutas = ["🍎","🍌","🍊"];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fruta of frutas)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console.log(fruta);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🍎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02336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4813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42C1"/>
                </a:solidFill>
              </a:rPr>
              <a:t>for...in — para Objetos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18745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Recorre las CLAVES del objeto.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Úsalo cuando no sabés qué propiedades tiene.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64608" y="2331720"/>
            <a:ext cx="379476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95728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auto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marca: "Toyota",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"rojo",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año: 2022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clave in auto)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console.log(clave, ":", auto[clave]);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marca : Toyota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color : rojo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año : 2022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19" name="Picture 2" descr="Inicio - Coding Bootcamps ESPOL">
            <a:extLst>
              <a:ext uri="{FF2B5EF4-FFF2-40B4-BE49-F238E27FC236}">
                <a16:creationId xmlns:a16="http://schemas.microsoft.com/office/drawing/2014/main" id="{B7A6A77C-7D41-1076-D3E1-4632FC073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947" y="162897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— tablas y recorridos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63420" y="1045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Tres ejercicios para practicar los tres tipos de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536192"/>
            <a:ext cx="384048" cy="384048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Tabla de multiplicar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" y="1993392"/>
            <a:ext cx="2468880" cy="26060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665930"/>
            <a:ext cx="2331720" cy="11006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Genera la tabla del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10;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console.log("7 x " + i + " = " + (7*i));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1536192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67328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Recorrer un carrito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10128" y="1993392"/>
            <a:ext cx="2468880" cy="26060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64992" y="2468274"/>
            <a:ext cx="2331720" cy="15487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carrito = ["laptop","mouse","teclado"];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item of carrito)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console.log("Producto: " + item);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417320"/>
            <a:ext cx="26974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0488" y="1536192"/>
            <a:ext cx="384048" cy="3840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0488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47688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Mostrar perfil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0488" y="1993392"/>
            <a:ext cx="2468880" cy="26060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27648" y="2468274"/>
            <a:ext cx="2331720" cy="1355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perfil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nombre:"Ana", edad:22, ciudad:"Gye"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for(const k in perfil){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console.log(k+": "+perfil[k]);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Picture 2" descr="Inicio - Coding Bootcamps ESPOL">
            <a:extLst>
              <a:ext uri="{FF2B5EF4-FFF2-40B4-BE49-F238E27FC236}">
                <a16:creationId xmlns:a16="http://schemas.microsoft.com/office/drawing/2014/main" id="{8AC1C225-F39B-D0BC-91AB-7D174B28E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67" y="183364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Condicionales y for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Olvidar el break en switch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Sin break, JS sigue ejecutando los casos siguientes aunque no coincidan (fall-through).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switch(color){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"rojo":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console.log("rojo");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sin break!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"azul":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console.log("azul"); // también ejecuta!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Imprime 'rojo' Y 'azul' aunque sea rojo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"rojo":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console.log("rojo");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break; // ← siempre break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for infinito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Si la condición siempre es true el bucle nunca termina y cuelga el navegador.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for(let i=0; i&gt;=0; i++){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 nunca llega a ser &lt;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bucle infinito ♾️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El navegador se congela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for(let i=0; i&lt;10; i++){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 llega a 10 → para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for...of en un objeto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for...of es para arrays.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for...in es para objetos.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Mezclarlos da error.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obj={a:1,b:2};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for(const v of obj){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❌ TypeError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TypeError: obj is not iterable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for(const k in obj){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console.log(k, obj[k]);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// ✅ for..in para objetos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39" name="Picture 2" descr="Inicio - Coding Bootcamps ESPOL">
            <a:extLst>
              <a:ext uri="{FF2B5EF4-FFF2-40B4-BE49-F238E27FC236}">
                <a16:creationId xmlns:a16="http://schemas.microsoft.com/office/drawing/2014/main" id="{CAE2B4FA-BF7B-84A1-9143-551AD2583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928" y="155933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if/else if/else: ejecuta bloques según condiciones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switch: múltiples casos — siempre con break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for clásico: inicio ; condición ; incremento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for...of: recorre los valores de un array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for...in: recorre las claves de un objeto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777240"/>
            <a:ext cx="3063240" cy="3267920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77724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850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298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 for que imprima los números del 1 al 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18288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Usá if/else para clasificar cada número: par o impar (pista: 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2359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 array de 5 ciudades y recórrelo con for...of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8895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28895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 objeto persona y mostrá todas sus propiedades con for...in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341985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5.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91072" y="34198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todo a clase-04 en GitHub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1318</Words>
  <Application>Microsoft Office PowerPoint</Application>
  <PresentationFormat>On-screen Show (16:9)</PresentationFormat>
  <Paragraphs>255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4 - Condicionales y Bucles for</dc:title>
  <dc:subject>PptxGenJS Presentation</dc:subject>
  <dc:creator>PptxGenJS</dc:creator>
  <cp:lastModifiedBy>Javier Alejandro Gutierrez Macias</cp:lastModifiedBy>
  <cp:revision>3</cp:revision>
  <dcterms:created xsi:type="dcterms:W3CDTF">2026-03-28T23:12:04Z</dcterms:created>
  <dcterms:modified xsi:type="dcterms:W3CDTF">2026-03-29T19:39:38Z</dcterms:modified>
</cp:coreProperties>
</file>