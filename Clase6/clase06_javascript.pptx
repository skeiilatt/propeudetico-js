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55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Funciones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Vie 24 abr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73472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¿Qué es una función?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Bloques de código reutilizables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Parámetros y argumentos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Enviar información a una función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Valores de retorno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Obtener resultados de una función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Funciones anónimas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Funciones sin nombre asignadas a variables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Ejercicios prácticos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Calculadora, saludos y transformaciones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535" y="211766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es una función?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Una función es un bloque de código con nombre que podemos reutilizar todas las veces que queramos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14884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Entrada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(parámetros)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2103120"/>
            <a:ext cx="5029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14884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Proceso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(lo que hace)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2103120"/>
            <a:ext cx="5029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14884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508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Salida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(return)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5029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18211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4088" y="3186669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0161" y="318211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3192" y="3392424"/>
            <a:ext cx="48006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saludar(nombre) {   // ← nombre es parámetro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"Hola, " + nombre + "!";  // ← devuelve resultado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mensaje = saludar("Ana"); // ← "Ana" es argumento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console.log(mensaje); // → "Hola, Ana!"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3127248"/>
            <a:ext cx="3200400" cy="150875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79008" y="3200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Terminología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79008" y="3611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Parámetro: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59168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variable en la definición → nombre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900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Argumento: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59168" y="3931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valor al llamar → "Ana"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79008" y="4251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return: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9168" y="4251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devuelve el resultado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235" y="174221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Anatomía de una función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Cada parte tiene un papel específico — ninguna es opcional excepto los parámetros y el return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8774" y="1554480"/>
            <a:ext cx="14376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2090857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9B8FF"/>
                </a:solidFill>
              </a:rPr>
              <a:t>palabra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9B8FF"/>
                </a:solidFill>
              </a:rPr>
              <a:t>clave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55647" y="142189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sumar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25027" y="2103211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66D"/>
                </a:solidFill>
              </a:rPr>
              <a:t>nombre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E66D"/>
                </a:solidFill>
              </a:rPr>
              <a:t>de la función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228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799" y="1554480"/>
            <a:ext cx="87570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37718" y="20985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090"/>
                </a:solidFill>
              </a:rPr>
              <a:t>parámetros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85032" y="1554480"/>
            <a:ext cx="292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13631" y="1554480"/>
            <a:ext cx="64710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61104" y="1398487"/>
            <a:ext cx="110854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75504" y="155448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01633" y="20756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FF78"/>
                </a:solidFill>
              </a:rPr>
              <a:t>valor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FF78"/>
                </a:solidFill>
              </a:rPr>
              <a:t>devuelto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45352" y="1531620"/>
            <a:ext cx="108601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0040" y="2734056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734056"/>
            <a:ext cx="269748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2798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Sin parámetros ni return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" y="3191256"/>
            <a:ext cx="2468880" cy="1350466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3236976"/>
            <a:ext cx="23317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horaActual()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 = new Date().getHours();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console.log("Son las " + h + "h");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horaActual(); // solo ejecuta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734056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734056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2798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7E14"/>
                </a:solidFill>
              </a:rPr>
              <a:t>Con parámetros, sin return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3191256"/>
            <a:ext cx="2468880" cy="1350466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64992" y="3236976"/>
            <a:ext cx="23317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saludar(nombre, edad)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console.log("Hola " + nombre);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console.log("Tenés " + edad + " años");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saludar("Ana", 22);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734056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2734056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0488" y="2798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Con parámetros Y return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0488" y="3191256"/>
            <a:ext cx="2468880" cy="1350466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45352" y="3236976"/>
            <a:ext cx="23317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calcularArea(base, altura)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area = base * altura;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area;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calcularArea(5, 3);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console.log(a); // → 15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Picture 3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928" y="13254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Parámetros por defecto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29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Si no pasás un argumento, la función usa un valor por defecto en lugar de undefined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021464"/>
            <a:ext cx="4389120" cy="3788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" y="111150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" y="112268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1208" y="1232408"/>
            <a:ext cx="4206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valor por defecto: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saludar(nombre)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"Hola, " + nombre;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saludar();        // → "Hola, undefined" 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valor por defecto: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saludar(nombre = "amigo")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"Hola, " + nombre;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saludar();        // → "Hola, amigo"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saludar("María"); // → "Hola, María" 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Múltiples parámetros con defaults: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crearUsuario(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= "Anónimo",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 = "usuario",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 =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nombre, rol, activo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38344" y="1111504"/>
            <a:ext cx="3840480" cy="353364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52644" y="10789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¿Cuándo usar parámetros por defecto?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52644" y="1600200"/>
            <a:ext cx="3611880" cy="640080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44084" y="16733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82996" y="16733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Cuando un argumento es opcional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52644" y="2350008"/>
            <a:ext cx="3611880" cy="640080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44084" y="24231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82996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Cuando hay un valor 'normal' más común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52644" y="3099816"/>
            <a:ext cx="3611880" cy="640080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44084" y="31729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82996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Para evitar que la función rompa si no recibe todos los argumentos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52644" y="3849624"/>
            <a:ext cx="3611880" cy="640080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44084" y="392277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82996" y="392277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Los parámetros con defecto van siempre al FINAL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107" y="17458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Funciones anónimas y expresiones de función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En JavaScript las funciones también son valores — podemos guardarlas en variables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80"/>
                </a:solidFill>
              </a:rPr>
              <a:t>Función declarada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901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Se declara con function + nombre.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Se puede llamar ANTES de definirla (hoisting).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423160"/>
            <a:ext cx="2468880" cy="21762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2487168"/>
            <a:ext cx="2331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Podés llamarla antes de definirla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console.log(sumar(2,3)); // → 5 ✅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481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</a:rPr>
              <a:t>Expresión de función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901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Se asigna a una variable.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tiene hoisting — debe definirse antes de usarla.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2423160"/>
            <a:ext cx="2468880" cy="21762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487168"/>
            <a:ext cx="2331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podés llamarla antes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console.log(restar(5,2)); // ❌ Error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restar = function(a,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-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console.log(restar(5, 2)); // → 3 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0488" y="1481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Función anónima callback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1901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Función sin nombre pasada directamente como argumento a otra función.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0488" y="2423160"/>
            <a:ext cx="2468880" cy="21762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2487168"/>
            <a:ext cx="2331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[3,1,4,1,5,9];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nums.sort(function(a,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- b; // ordena de menor a mayor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console.log(nums); // [1,1,3,4,5,9]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— construye tu calculadora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Crea funciones para cada operación y ponlas a prueba desde la consola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Funciones básicas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 { return a + b;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restar(a, b) { return a - b;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multiplicar(a, b) { return a * b;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dividir(a, b)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=== 0)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"Error: no se puede dividir por 0";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/ b;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Función que usa otras funciones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calcularAreaTriangulo(base, altura)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dividir(multiplicar(base, altura), 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Probá todo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console.log(sumar(10, 5));         // → 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console.log(dividir(10, 0));       // → "Error..."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console.log(calcularAreaTriangulo(6, 4)); // → </a:t>
            </a: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Desafíos extras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8928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 potencia(base, exp) sin usar **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46888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4871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 esPar(n) que devuelva true/false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06324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0815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 mayorDeTres(a,b,c) que devuelva el mayor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365760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5844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 saludar(nombre, idioma='es') con valor por defecto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25196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1422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Guardá sumar en una variable y llamala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Funciones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Olvidar el return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Sin return la función devuelve undefined. El código dentro se ejecuta pero no hay resultado.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204825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+ b; // no hay return!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sumar(3, 4);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console.log(r); // undefined 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undefined — el resultado se perdió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117652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4975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 // ← return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console.log(sumar(3, 4)); // →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44135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Confundir parámetros con argumentos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Parámetro: en la definición. Argumento: al llamar. Si no coinciden en cantidad puede haber undefined.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211226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saludar(nombre, apellido)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nombre + " " + apellido;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saludar("Ana"); // apellido = undefined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→ 'Ana undefined' — faltó argumento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117652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saludar(nombre, apellido = "")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nombre + " " + apellido;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saludar("Ana"); // → "Ana "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4398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Llamar expresión antes de definir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Las expresiones de función NO tienen hoisting. Solo las funciones declaradas (function nombre).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console.log(sumar(2,3)); //Error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sumar = function(a,b)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ReferenceError: Cannot access 'sumar' before initialization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1124712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Mover la definición arriba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sumar = function(a,b){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a+b;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console.log(sumar(2,3)); //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370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Una función es un bloque reutilizable: function nombre(params){ return valor; 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Parámetro: en la definición. Argumento: al llamar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Sin return, la función devuelve undefined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Parámetros por defecto evitan undefined cuando no se pasa argumento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Expresión de función: const fn = function(){ }; — sin hoisting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3063240" cy="269748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una función que convierta temperatura de Celsius a Fahrenheit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una función esMayorDeEdad(edad) que devuelva true/false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una función que reciba un array y devuelva el promedio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todo a clase-06 en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1372</Words>
  <Application>Microsoft Office PowerPoint</Application>
  <PresentationFormat>On-screen Show (16:9)</PresentationFormat>
  <Paragraphs>246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6 - Funciones</dc:title>
  <dc:subject>PptxGenJS Presentation</dc:subject>
  <dc:creator>PptxGenJS</dc:creator>
  <cp:lastModifiedBy>Javier Alejandro Gutierrez Macias</cp:lastModifiedBy>
  <cp:revision>3</cp:revision>
  <dcterms:created xsi:type="dcterms:W3CDTF">2026-03-28T23:14:49Z</dcterms:created>
  <dcterms:modified xsi:type="dcterms:W3CDTF">2026-03-29T20:12:50Z</dcterms:modified>
</cp:coreProperties>
</file>