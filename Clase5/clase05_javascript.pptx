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5499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42060"/>
          </a:solidFill>
          <a:ln w="12700">
            <a:solidFill>
              <a:srgbClr val="14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90D9"/>
                </a:solidFill>
              </a:rPr>
              <a:t>CLASE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while, do...while y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Control de Flujo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Prof. Javier Gutiérrez  ·  Coding Bootcamps ESPOL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Módulo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9456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Mié 22 abr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19h30 – 21h30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B0"/>
                </a:solidFill>
              </a:rPr>
              <a:t>Coding Bootcamps ESPOL  ·  Curso Inicial de JavaScript  ·  2026</a:t>
            </a:r>
            <a:endParaRPr lang="en-US" sz="900" dirty="0"/>
          </a:p>
        </p:txBody>
      </p:sp>
      <p:pic>
        <p:nvPicPr>
          <p:cNvPr id="16" name="Picture 15" descr="Inicio - Coding Bootcamps ESPOL">
            <a:extLst>
              <a:ext uri="{FF2B5EF4-FFF2-40B4-BE49-F238E27FC236}">
                <a16:creationId xmlns:a16="http://schemas.microsoft.com/office/drawing/2014/main" id="{BE709D5B-4704-A362-2BBF-C6C49C44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553" y="2226079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Agenda del día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Bucle while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Repetir mientras una condición sea verdadera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Bucle do...while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Ejecutar al menos una vez, luego verificar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651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break y continue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926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Interrumpir o saltear iteraciones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31012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3832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Etiquetas (labels)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6576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Controlar bucles anidados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04164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1148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Ejercicio integrador Módulo 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3891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Juntamos condicionales y bucles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Bucle while — mientras sea verdadero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Usa while cuando NO sabés cuántas veces necesitás repetir. Usa for cuando SÍ lo sabés.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8412480" cy="7315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104126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316736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 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83079" y="1481328"/>
            <a:ext cx="192902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condicion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19" y="1481328"/>
            <a:ext cx="412509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 { bloque }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3042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</a:rPr>
              <a:t>¿condición?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04288"/>
            <a:ext cx="1645920" cy="365760"/>
          </a:xfrm>
          <a:prstGeom prst="roundRect">
            <a:avLst>
              <a:gd name="adj" fmla="val 17500"/>
            </a:avLst>
          </a:prstGeom>
          <a:solidFill>
            <a:srgbClr val="1E3A7A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3042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¿condición?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88720" y="2670048"/>
            <a:ext cx="0" cy="274320"/>
          </a:xfrm>
          <a:prstGeom prst="line">
            <a:avLst/>
          </a:prstGeom>
          <a:noFill/>
          <a:ln w="19050">
            <a:solidFill>
              <a:srgbClr val="A8F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2971800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9718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Ejecuta bloque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88720" y="3319272"/>
            <a:ext cx="0" cy="256032"/>
          </a:xfrm>
          <a:prstGeom prst="line">
            <a:avLst/>
          </a:prstGeom>
          <a:noFill/>
          <a:ln w="19050">
            <a:solidFill>
              <a:srgbClr val="A8F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593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B"/>
                </a:solidFill>
              </a:rPr>
              <a:t>↑ vuelve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84832" y="235915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090"/>
                </a:solidFill>
              </a:rPr>
              <a:t>NO 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9090"/>
                </a:solidFill>
              </a:rPr>
              <a:t>sale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2240280"/>
            <a:ext cx="2743200" cy="248716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880360" y="235000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081528" y="235000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82696" y="235000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16352" y="2487168"/>
            <a:ext cx="257860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vidas = 3;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(vidas &gt; 0)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console.log("Vidas: "+vidas);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vidas--; // ← CLAVE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3, 2,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Sale porque vidas llega a 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2240280"/>
            <a:ext cx="3108960" cy="231355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70448" y="23317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</a:rPr>
              <a:t>¿Cuándo usar cada uno?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70448" y="274320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70448" y="2743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70448" y="306324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Sabés cuántas veces (1 a 10, 0 a largo de lista)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70448" y="365760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70448" y="3657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70448" y="397764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No sabés cuántas veces (hasta que el usuario acierte, hasta que se acabe la batería)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Picture 33" descr="Inicio - Coding Bootcamps ESPOL">
            <a:extLst>
              <a:ext uri="{FF2B5EF4-FFF2-40B4-BE49-F238E27FC236}">
                <a16:creationId xmlns:a16="http://schemas.microsoft.com/office/drawing/2014/main" id="{BE709D5B-4704-A362-2BBF-C6C49C44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67" y="248342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do...while — al menos una vez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La diferencia clave: do...while ejecuta el bloque PRIMERO y verifica la condición DESPUÉS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2062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206240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48132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D7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18745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</a:rPr>
              <a:t>Verifica ANTES de ejecutar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</a:rPr>
              <a:t>Puede que nunca ejecute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2331720"/>
            <a:ext cx="3977640" cy="230428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2395728"/>
            <a:ext cx="384048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9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10;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(x &lt; 5)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console.log(x);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imprime nada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porque 10 &lt; 5 es false desde el inicio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417320"/>
            <a:ext cx="42062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1417320"/>
            <a:ext cx="4206240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0328" y="148132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87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do...while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10328" y="18745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</a:rPr>
              <a:t>Ejecuta SIEMPRE al menos una vez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</a:rPr>
              <a:t>Verifica al final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10328" y="2331720"/>
            <a:ext cx="3977640" cy="230428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65192" y="2395728"/>
            <a:ext cx="384048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10;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console.log(x); // → imprime 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(x &lt; 5);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Imprime 10 aunque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 condición sea 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 descr="Inicio - Coding Bootcamps ESPOL">
            <a:extLst>
              <a:ext uri="{FF2B5EF4-FFF2-40B4-BE49-F238E27FC236}">
                <a16:creationId xmlns:a16="http://schemas.microsoft.com/office/drawing/2014/main" id="{BE709D5B-4704-A362-2BBF-C6C49C44F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0698" y="189420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break y continue — controlar el bucle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89888"/>
            <a:ext cx="4114800" cy="356616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411480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481328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4813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874520"/>
            <a:ext cx="3858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Sale del bucle inmediatamente.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Ignora el resto de las iteraciones.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2331720"/>
            <a:ext cx="3858768" cy="24231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395728"/>
            <a:ext cx="3703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nums = [1,2,3,4,5,6,7,8];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n of nums)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 === 5)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 // para aquí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console.log(n);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Imprime: 1 2 3 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 cuando encuentra el 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389888"/>
            <a:ext cx="4114800" cy="356616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389888"/>
            <a:ext cx="4114800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73168" y="1481328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73168" y="14813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73168" y="1874520"/>
            <a:ext cx="3858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Salta la iteración actual y pasa a la siguiente.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El bucle continúa.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73168" y="2331720"/>
            <a:ext cx="3858768" cy="24231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2395728"/>
            <a:ext cx="3703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8; i++)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 % 2 === 0)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continue; // salta los pares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Imprime: 1 3 5 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Salta los números pares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 descr="Inicio - Coding Bootcamps ESPOL">
            <a:extLst>
              <a:ext uri="{FF2B5EF4-FFF2-40B4-BE49-F238E27FC236}">
                <a16:creationId xmlns:a16="http://schemas.microsoft.com/office/drawing/2014/main" id="{F4ADE4A4-EE85-3CC1-3747-7543AE6F4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67" y="273639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Etiquetas — controlar bucles anidados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Cuando tenés un bucle dentro de otro, break/continue solo afectan al bucle más cercano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2062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206240" cy="64008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48132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757D"/>
                </a:solidFill>
              </a:rPr>
              <a:t>Sin etiqueta — break rompe solo el bucle interno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1892808"/>
            <a:ext cx="3977640" cy="26974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956816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for(let i=0; i&lt;3; i++){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for(let j=0; j&lt;3; j++){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if(j===1) break; // solo rompe el j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console.log(i, j);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0 | 1 0 | 2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 nunca pasa de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402336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64608" y="148132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Con etiqueta — break rompe el bucle externo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64608" y="1892808"/>
            <a:ext cx="3794760" cy="26974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1956816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externo: // ← etiqueta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for(let i=0; i&lt;3; i++){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for(let j=0; j&lt;3; j++){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if(j===1) break externo;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console.log(i, j);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Solo imprime: 0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Rompe el bucle externo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645152"/>
            <a:ext cx="8412480" cy="91440"/>
          </a:xfrm>
          <a:prstGeom prst="rect">
            <a:avLst/>
          </a:prstGeom>
          <a:solidFill>
            <a:srgbClr val="EEF0F8"/>
          </a:solidFill>
          <a:ln w="12700">
            <a:solidFill>
              <a:srgbClr val="C8C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 descr="Inicio - Coding Bootcamps ESPOL">
            <a:extLst>
              <a:ext uri="{FF2B5EF4-FFF2-40B4-BE49-F238E27FC236}">
                <a16:creationId xmlns:a16="http://schemas.microsoft.com/office/drawing/2014/main" id="{E866F0EE-B695-DD46-B888-03683E2C2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67" y="171133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Ejercicio Integrador — Módulo 2 completo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90160" y="1046988"/>
            <a:ext cx="394684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Combinamos if/else, switch, for, while, break y continue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960" y="1069848"/>
            <a:ext cx="5029200" cy="3831834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73238" y="1158644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9335" y="1161755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1327" y="1158831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960" y="1285462"/>
            <a:ext cx="4867469" cy="14582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notas = [4, 8, 6, 9, 3, 7, 5, 10, 2, 8];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aprobados = 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reprobados = 0;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nota of notas)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(nota &lt; 0 || nota &gt; 10)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continue; // nota inválida, saltear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(nota &gt;= 7)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aprobados++;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reprobados++;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console.log("Aprobados:", aprobados);   // 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console.log("Reprobados:", reprobados); // 4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DESAFÍO: ¿Cuál es el promedio?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DESAFÍO: ¿Cuál es la nota más alta?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0" y="14173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Desafíos extras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1874520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0" y="1874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189280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Encontrá la nota más alta del array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0" y="2468880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0" y="2468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4871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Encontrá la nota más baja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0" y="3063240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0" y="3063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308152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Calculá el promedio de los aprobados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0" y="3657600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0" y="3657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367588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Usá switch para clasificar: Excelente (9-10), Bien (7-8), Regular (5-6), Insuficiente (&lt;5)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0" y="4251960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0" y="4251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427024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Usando while: pedí notas hasta que el usuario ingrese -1 (simulá con un array)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4782810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Picture 27" descr="Inicio - Coding Bootcamps ESPOL">
            <a:extLst>
              <a:ext uri="{FF2B5EF4-FFF2-40B4-BE49-F238E27FC236}">
                <a16:creationId xmlns:a16="http://schemas.microsoft.com/office/drawing/2014/main" id="{D5B730B1-4915-3967-46BC-10E9BF91F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827" y="100584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Errores comunes — Bucles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while sin actualizar variable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Si la condición nunca cambia el bucle es infinito y cuelga el navegador.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 =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 &lt; 10)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falta i++ !!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Bucle infinito — navegador colgado ♾️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3236975"/>
            <a:ext cx="2468880" cy="868741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463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 =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 &lt; 10)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i++; // ← actualiza ✅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39372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continue en lugar de break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continue salta la iteración actual.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break sale del bucle por completo.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Confundirlos da resultados distintos.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012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6499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for(let i=0;i&lt;5;i++){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if(i===3) continue; // no para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imprime 0,1,2,4 (salta 3)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012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3756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Si querías parar en 3, esto no para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10128" y="3236976"/>
            <a:ext cx="2468880" cy="1106424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6499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for(let i=0;i&lt;5;i++){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if(i===3) break; // para ✅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imprime 0,1,2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439826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8076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9048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do...while sin condición de salida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0488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do...while también puede ser infinito si la condición nunca se vuelve false.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048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4535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intento =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console.log("intento");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intento nunca cambia!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(intento &lt; 5);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9048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Bucle infinito ♾️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90488" y="3236975"/>
            <a:ext cx="2468880" cy="1219967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4535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intento =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console.log("intento " + intento);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intento++; // ← actualiza ✅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(intento &lt; 5);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90488" y="440583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Resumen de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while: repite mientras la condición sea true — actualizar la variable siempre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408176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081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40817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do...while: ejecuta al menos una vez, verifica al final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901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90195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break: sale del bucle inmediatamente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395728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395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39572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continue: salta la iteración actual y pasa a la siguiente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2889504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8895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88950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Etiquetas: permiten controlar bucles externos desde uno interno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852160" y="777240"/>
            <a:ext cx="3063240" cy="2783470"/>
          </a:xfrm>
          <a:prstGeom prst="rect">
            <a:avLst/>
          </a:prstGeom>
          <a:solidFill>
            <a:srgbClr val="111C4A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52160" y="777240"/>
            <a:ext cx="3063240" cy="73152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89320" y="8503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E66D"/>
                </a:solidFill>
              </a:rPr>
              <a:t>Tarea para casa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89320" y="1298448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1.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1072" y="129844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Usá while para simular un dado: genera números random hasta sacar un 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18288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2.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91072" y="18288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Usá for + continue para imprimir solo los múltiplos de 3 del 1 al 30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89320" y="235915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3.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1072" y="23591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Usá for + break para encontrar el primer número negativo en un array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89320" y="2889504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4.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91072" y="288950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Subí todo a clase-05 en GitHub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1261</Words>
  <Application>Microsoft Office PowerPoint</Application>
  <PresentationFormat>On-screen Show (16:9)</PresentationFormat>
  <Paragraphs>223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5 - while, do-while, break, continue, etiquetas</dc:title>
  <dc:subject>PptxGenJS Presentation</dc:subject>
  <dc:creator>PptxGenJS</dc:creator>
  <cp:lastModifiedBy>Javier Alejandro Gutierrez Macias</cp:lastModifiedBy>
  <cp:revision>3</cp:revision>
  <dcterms:created xsi:type="dcterms:W3CDTF">2026-03-28T23:13:32Z</dcterms:created>
  <dcterms:modified xsi:type="dcterms:W3CDTF">2026-03-29T19:45:22Z</dcterms:modified>
</cp:coreProperties>
</file>